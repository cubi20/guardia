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Final. GuardIA es una aplicación web hecha con Streamlit que integra IA para analizar correos y mensajes sospechosos y devolver un diagnóstico entendible.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introducción conecta el uso de IA con el problema elegido: es una tarea de lenguaje y criterio, justo donde un LLM aporta.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datos que dimensionan el problema. El tercero explica por qué el problema creció justamente ahora.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Elección del problema: relevancia social, cercanía personal e impacto medible.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deliberadamente simple porque está pensado para personas sin conocimientos técnicos.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puntos que pide la consigna sobre la propuesta de aplicación web con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de la aplicación. Incluye ejemplos cargados para que cualquiera pueda probarla sin tener un correo sospechoso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una sección 'cómo funciona' con características clave, cómo hacer solicitudes y qué esperar. Está resuelta dentro de la app, no solo en la documentación.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prompt combina rol, checklist y reglas. Las reglas finales son el control explícito de alucinaciones.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Outputs es lo que hace que la app sea confiable: la estructura está garantizada por la API, no por la buena voluntad del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dos modelos del curso trabajan de forma complementaria: texto-texto para analizar, texto-imagen para concientizar.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Incluso con miles de consultas mensuales el gasto se mantiene en pocos dólares: el costo de operar la herramienta es marginal frente al costo de un solo incidente.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Reconocer los límites es parte del diseño responsable de una herramienta de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compartir: pegar la URL real de Streamlit, la del repositorio de GitHub y la del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qué resuelve, cómo lo resuelve y por qué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1463040"/>
            <a:ext cx="3840480" cy="384048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1B4B7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1965960"/>
            <a:ext cx="2834640" cy="283464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2468880"/>
            <a:ext cx="1828800" cy="182880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46920" y="2926080"/>
            <a:ext cx="914400" cy="9144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46920" y="2926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  ·   PROMPT ENGINEERING PARA PROGRAMADORES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9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685800" y="2852928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anti-phishing con inteligencia artificial para PyMEs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2356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2356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#95920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para Programadores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Agosto 2026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6172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Diplomatura en Inteligencia Artificial · CoderHouse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usar inteligencia artificial para resolver este problema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inteligencia artificial generativa dejó de ser una promesa para convertirse en una herramienta de trabajo: hoy permite resolver, con pocas líneas de código y a un costo mínimo, tareas que antes exigían un equipo especializado.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proyecto la aplica a un problema concreto y cotidiano: decidir si un correo es confiable. Es una tarea que combina lenguaje, contexto y criterio, exactamente donde un modelo de lenguaje aporta valor, y que hoy recae en personas sin formación técnica que deben resolverla en pocos segundos.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03720" y="187452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0" y="215798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0" y="2157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18120" y="20299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humano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1812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barrera técnica evita que un mensaje llegue a la bandeja de entrada y que una persona tenga que decidir.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903720" y="310896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339242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3392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18120" y="32644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agravó el problema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818120" y="35661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correos fraudulentos ya no se detectan por su mala redacción: hoy se escriben perfectos.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03720" y="434340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462686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0" y="46268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818120" y="4498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resolverlo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818120" y="4800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IA volvió el engaño más convincente, esa misma tecnología puede analizarlo y explicarlo.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es la puerta de entrada más común a los ataques informáticos, y las PyMEs son el eslabón más vulnerable.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son correos o mensajes que se hacen pasar por una entidad confiable —un banco, un proveedor, un cliente o un compañero de trabajo— para que la persona haga clic en un enlace, descargue un archivo o entregue sus credenciales. El problema no es tecnológico sino humano: por más filtros que tenga una empresa, siempre hay un mensaje que llega y una persona que debe decidir en pocos segundos.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005840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de datos involucran el factor humano: un clic, un descuido, un engaño.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0832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690872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en PyMEs incluyen ransomware, que muchas veces empieza con un simple correo.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55864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5904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×3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75904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creció el phishing en el último período, potenciado por IA que redacta mensajes impecables.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Verizon Data Breach Investigations Report (DBIR) 2025.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cercano y con una solución al alcance.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13432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13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Afecta más a quien menos puede defenderse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68880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PyME rara vez tiene un equipo de seguridad informática, un plan de capacitación o presupuesto para herramientas comerciales. Sin embargo maneja datos de clientes, facturación y transferencias: un solo incidente puede paralizar su operación durante días.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55848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03320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5204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problema que conozco de cerca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58768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cursando la Licenciatura en Ciberseguridad y trabajo en el área administrativa de una clínica, donde veo a diario cómo circulan correos con pedidos de pagos, remitos y facturas, y cómo cualquier empleado puede recibir un mensaje sospechoso sin tener herramientas para evaluarlo.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745736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093208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91032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 inmediato y medible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248656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herramienta de consulta reduce el riesgo justo en el momento de la decisión, cuando la persona está por hacer clic. A diferencia de una capacitación anual —que se olvida— está disponible siempre que aparece la duda.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propuesta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web donde cualquier empleado pega un mensaje sospechoso y recibe un diagnóstico claro en segundos.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Pegás el mensaje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Copiás el correo o mensaje que te genera dudas. Si podés, sumás el remitente y los enlaces.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32504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599432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19472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19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lo analiza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19472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el dominio del remitente, la urgencia, qué te piden, los enlaces y la redacción.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46136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8513064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33104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33104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33104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Recibís el veredicto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33104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 concretas, explicación simple y una acción para hacer ahora.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663440"/>
            <a:ext cx="10820095" cy="960120"/>
          </a:xfrm>
          <a:prstGeom prst="roundRect">
            <a:avLst>
              <a:gd name="adj" fmla="val 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800600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 relevante: pone el conocimiento de seguridad al alcance de quien no lo tiene, exactamente en el momento en que necesita decidir si hacer clic.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web: GuardIA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función principal, tarea específica e integración de la IA.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327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APP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3327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3327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"guardia" —quien vigila y avisa— e "IA". Se pronuncia igual que la palabra que nombra su función.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5683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PRINCIPAL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5683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mensajes sospechosos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65683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correos y mensajes que un empleado no sabe si son confiables y devolver un diagnóstico entendible, sin conocimientos técnicos.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ESPECÍFICA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327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phishing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3327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botón: entra el texto de un mensaje, sale un nivel de riesgo con señales concretas, explicación y recomendación.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LA IA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5683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mini con salida dirigida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5683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con un prompt que asigna el rol de analista de ciberseguridad; la respuesta se valida contra un esquema JSON.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en funcionamiento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 con Streamlit: título, descripción, formulario, botón de acción y footer.</a:t>
            </a:r>
            <a:endParaRPr lang="en-US" sz="1500" dirty="0"/>
          </a:p>
        </p:txBody>
      </p:sp>
      <p:pic>
        <p:nvPicPr>
          <p:cNvPr id="4" name="Image 0" descr="/Users/agustin/Documents/Coder House/GuardIA/docs/app-formul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783080"/>
            <a:ext cx="6629400" cy="4315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sección "Cómo funciona"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la propia app, explicada para quien no sabe de seguridad informática.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8483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44168" y="20116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clave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23225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 la herramienta y en qué se apoya.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3639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44168" y="3063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realizar solicitudes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44168" y="337413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el mensaje completo, sumar remitente y enlaces, quitar datos personales innecesarios.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418795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44168" y="41148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esperar como resultado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4168" y="442569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señales, explicación simple, recomendación y verificación sugerida.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523951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44168" y="5166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relevante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44168" y="547725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por dentro, el esquema de salida y los límites de la herramienta.</a:t>
            </a:r>
            <a:endParaRPr lang="en-US" sz="1150" dirty="0"/>
          </a:p>
        </p:txBody>
      </p:sp>
      <p:pic>
        <p:nvPicPr>
          <p:cNvPr id="20" name="Image 0" descr="/Users/agustin/Documents/Coder House/GuardIA/docs/app-como-funcio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3108960" cy="46634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prompt inicial (texto → texto)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del proyecto: el prompt que convierte al modelo en un analista de phishing.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720840" cy="4206240"/>
          </a:xfrm>
          <a:prstGeom prst="roundRect">
            <a:avLst>
              <a:gd name="adj" fmla="val 130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83664"/>
            <a:ext cx="6318504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Sos un analista de ciberseguridad experto en detectar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phishing, ingeniería social y fraude por correo.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TENÉS QUE EVALUAR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Remitente: dominio que no coincide, typosquatting,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correos gratuitos en nombre de una empresa.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Urgencia y presión: plazos imposibles, amenazas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bloqueo, pedidos de confidencialidad.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Pedidos sensibles: credenciales, códigos, cambios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CBU, transferencias, gift cards.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Enlaces y adjuntos: dominios que no corresponden,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acortadores, ejecutables, formularios externos.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Redacción y contexto: saludos genéricos, tono que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no coincide con la relación real.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Suplantación de autoridad: gerentes, bancos, ARCA,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proveedores o clientes conocidos.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REGLAS QUE NO PODÉS ROMPER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Basate solo en lo que aparece en el mensaje. No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inventes datos, dominios ni antecedentes.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 ausencia de señales NO garantiza legitimidad.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Nunca afirmes con certeza absoluta: ante la duda,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recomendá verificar por un canal oficial.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Escribí en lenguaje simple, sin jerga técnica.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598932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Extracto. La versión completa está en guardia/prompts.py del repositorio.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0" y="1737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PROMPT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analista experto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0" y="24688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Sitúa al modelo en el dominio correcto y mejora la precisión de las señales que detecta.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0" y="3154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explícito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0" y="34290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la ambigüedad: dos análisis del mismo correo dan resultados consistentes.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anti-alucinación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0" y="43891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prohíben inventar datos y afirmar con certeza absoluta; ante la duda, verificar.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simple obligatorio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0" y="534924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destinatario es un empleado sin perfil técnico, no un analista.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5989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0.2: buscamos un diagnóstico estable y reproducible, no creatividad.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salida dirigida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garantiza que la respuesta del modelo siempre tenga la misma forma.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pedirle al modelo "respondeme en JSON" y confiar en que obedezca, GuardIA envía un esquema JSON con strict: true. La API valida la respuesta contra ese esquema antes de devolverla.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es que la interfaz siempre recibe la misma estructura y puede dibujarla igual en todos los casos: no hay que interpretar texto libre ni la aplicación se rompe si el modelo cambia de estilo.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4937760" cy="1417320"/>
          </a:xfrm>
          <a:prstGeom prst="roundRect">
            <a:avLst>
              <a:gd name="adj" fmla="val 5806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5262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CONTRA INYECCIÓN DE PROMPT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mensaje a analizar va entre delimitadores. Si el correo contiene órdenes dirigidas a una IA, se tratan como una señal de riesgo más, nunca como instrucciones a ejecutar.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30952" cy="3931920"/>
          </a:xfrm>
          <a:prstGeom prst="roundRect">
            <a:avLst>
              <a:gd name="adj" fmla="val 1395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3368" y="1975104"/>
            <a:ext cx="492861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"nivel_riesgo": "bajo | medio | alto |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indeterminado",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"puntaje": 0-100,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"tipo_de_engano": "técnica detectada",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"senales": [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"titulo": "nombre breve",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"detalle": "qué lo dispara y por qué",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"gravedad": "baja | media | alta"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"explicacion": "en lenguaje simple",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"recomendacion": "qué hacer ahora",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"verificacion_sugerida": "cómo confirmarlo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por canal oficial"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modelo: texto → imagen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de phishing recibido se convierte en material de capacitación para todo el equipo.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5943600" cy="2286000"/>
          </a:xfrm>
          <a:prstGeom prst="roundRect">
            <a:avLst>
              <a:gd name="adj" fmla="val 2400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20824"/>
            <a:ext cx="554126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Ilustración plana y minimalista para una placa de</a:t>
            </a: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concientización sobre seguridad informática.</a:t>
            </a: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Tema: {tipo_de_engano_detectado}.</a:t>
            </a: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Estilo: vectorial, colores sobrios (azul y verde</a:t>
            </a: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azulado), fondo claro, apto para uso corporativo.</a:t>
            </a: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Importante: la imagen NO debe contener ningún texto,</a:t>
            </a:r>
            <a:endParaRPr lang="en-US" sz="10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letra, número, palabra ni logotipo.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429768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expresamente que no escriba texto: los modelos visuales deforman las palabras, sobre todo en español. Los textos se agregan después desde la aplicación con Pillow, lo que permite mantenerlos correctos y en español.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5166360"/>
            <a:ext cx="2834640" cy="1051560"/>
          </a:xfrm>
          <a:prstGeom prst="roundRect">
            <a:avLst>
              <a:gd name="adj" fmla="val 7826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6968" y="5367528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53035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ilustra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86968" y="5669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la imagen según el tipo de engaño detectado en el análisis.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49040" y="5166360"/>
            <a:ext cx="2834640" cy="1051560"/>
          </a:xfrm>
          <a:prstGeom prst="roundRect">
            <a:avLst>
              <a:gd name="adj" fmla="val 7826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50208" y="5367528"/>
            <a:ext cx="384048" cy="38404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50208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53035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compone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950208" y="5669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Encabezado, riesgo, señales y pie, en español y sin errores.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818120" y="1783080"/>
            <a:ext cx="2834640" cy="397764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5875">
            <a:solidFill>
              <a:srgbClr val="DF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18120" y="1783080"/>
            <a:ext cx="2834640" cy="502920"/>
          </a:xfrm>
          <a:prstGeom prst="rect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82712" y="18562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15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18120" y="2286000"/>
            <a:ext cx="2834640" cy="1600200"/>
          </a:xfrm>
          <a:prstGeom prst="rect">
            <a:avLst/>
          </a:prstGeom>
          <a:solidFill>
            <a:srgbClr val="DCE8F0"/>
          </a:solidFill>
          <a:ln w="12700">
            <a:solidFill>
              <a:srgbClr val="DC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18120" y="22860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ilustración generada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82712" y="4050792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82712" y="405079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ALTO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982712" y="44531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Suplantación de banco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982712" y="478231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RECONOCERLO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001000" y="5038344"/>
            <a:ext cx="73152" cy="731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47304" y="496519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dominio no es el del banco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001000" y="5257800"/>
            <a:ext cx="73152" cy="731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47304" y="51846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Amenaza con bloquear la cuenta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01000" y="5477256"/>
            <a:ext cx="73152" cy="731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47304" y="54041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clave y datos de tarjeta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18120" y="5852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placa que genera la app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 económica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análisis consume alrededor de 1.500 tokens de entrada y 500 de salida.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US$ 0,0005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78408" y="2670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consulta al modelo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70832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US$ 0,27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63440" y="2670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mes, con 500 análisis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55864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8472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348472" y="2670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hosting en Streamlit Cloud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611880"/>
          <a:ext cx="73152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1945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ESTIMADO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un mensaje (gpt-4o-mini)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US$ 0,00053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análisis por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US$ 0,27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5.000 análisis por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US$ 2,65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Placa de concientización (opcional, a pedido)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US$ 0,01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en Streamlit Community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Repositorio (GitHub) y entorno (Python, VS Code)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8366760" y="3611880"/>
            <a:ext cx="3136392" cy="2157984"/>
          </a:xfrm>
          <a:prstGeom prst="roundRect">
            <a:avLst>
              <a:gd name="adj" fmla="val 3814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66760" y="3749040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MUESTRA EL COSTO REAL</a:t>
            </a:r>
            <a:endParaRPr lang="en-US" sz="950" dirty="0"/>
          </a:p>
        </p:txBody>
      </p:sp>
      <p:pic>
        <p:nvPicPr>
          <p:cNvPr id="16" name="Image 0" descr="/Users/agustin/Documents/Coder House/GuardIA/docs/app-consu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4069080"/>
            <a:ext cx="1856232" cy="1591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 OpenAI vigentes en agosto de 2026: US$ 0,15 por millón de tokens de entrada y US$ 0,60 por millón de salida (gpt-4o-mini).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consideraciones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honesto respecto de los límites de la herramienta también forma parte de su diseño.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 y falsos negativos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puede equivocarse en ambos sentidos. GuardIA se presenta como un asistente, no como un veredicto final: siempre recomienda verificar por un canal oficial.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sensibles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5683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a la API de OpenAI. No debe pegarse información confidencial innecesaria; en un uso productivo correspondería anonimizar y contemplar acuerdos de tratamiento de datos.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evoluciona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técnicas de engaño se renuevan constantemente, por lo que el prompt y los ejemplos deben mantenerse actualizados para no perder efectividad.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940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acotado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5683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pensada para phishing por texto: no abre adjuntos ni sigue enlaces. No reemplaza al antivirus, a los filtros de correo ni al MFA, sino que los complementa.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 del proyecto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desplegada, código fuente y demostración.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0391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83080" y="22585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interactuar con la app desde el navegador, sin instalar nada.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22585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258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https://guardia.streamlit.app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461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6118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611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83080" y="34107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783080" y="36301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3977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comentado y organizado: app.py para la interfaz y el paquete guardia/ para la lógica.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92240" y="36301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3630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https://github.com/usuario/guardia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6177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49834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83080" y="47823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783080" y="5001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del funcionamiento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8308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por la app: análisis de un correo real y generación de la placa.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50017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50017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https://youtu.be/video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6035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Reemplazá las tres direcciones de arriba por los enlaces definitivos antes de entregar.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importancia de la propuesta y el impacto esperado.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3172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31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con una solución concreta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7802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 aborda un problema frecuente y costoso con una herramienta simple, técnicamente realizable y económicamente sostenible: pocos centavos al mes frente al costo de un solo incidente.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4904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83080" y="354787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aplicada donde realmente aporta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9534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usa los dos modelos del curso de forma complementaria: texto-texto para analizar y texto-imagen para concientizar. La salida dirigida es lo que convierte una respuesta de chat en una funcionalidad confiable.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80060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16636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166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6519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está en el momento de la decisión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31266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de la propuesta es poner el conocimiento de seguridad al alcance de quien no lo tiene, exactamente cuando necesita decidir si hacer clic. Y cada caso analizado se transforma en capacitación para todo el equipo.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algn="ctr" indent="0" marL="0">
              <a:buNone/>
            </a:pPr>
            <a:r>
              <a:rPr lang="en-US" sz="80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al alcance de cualquier PyME.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  ·  Comisión #95920  ·  Proyecto Final, CoderHouse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GuardIA — Proyecto Final</dc:title>
  <dc:subject>PptxGenJS Presentation</dc:subject>
  <dc:creator>Agustín Idoyaga Molina</dc:creator>
  <cp:lastModifiedBy>Agustín Idoyaga Molina</cp:lastModifiedBy>
  <cp:revision>1</cp:revision>
  <dcterms:created xsi:type="dcterms:W3CDTF">2026-08-16T15:42:22Z</dcterms:created>
  <dcterms:modified xsi:type="dcterms:W3CDTF">2026-08-16T15:42:22Z</dcterms:modified>
</cp:coreProperties>
</file>